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DESIGN STUDIO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3D scene builder, plus a pure-Python edition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walkthrough  ·  GitHub publishing guide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implementations of the same idea: place primitive shapes in a 3D scene, move and recolor them, and view the result from any angle.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4F8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26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edition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three.js. Runs in any browser as a single HTML file — no install, no server. Drag a gizmo to move, rotate, and scale shapes; recolor from a palette; adjust position numerically.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97880" y="192024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4F8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2240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926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edition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17920" y="342900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matplotlib. A plain Python script anyone can read and extend. Define a scene as a list of shapes and positions, then render an interactive, rotatable 3D view.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8F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630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476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 shapes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Boxes, spheres, cylinders, cones, torus, and capsules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33672" y="1234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8F8"/>
          </a:solidFill>
          <a:ln/>
        </p:spPr>
      </p:sp>
      <p:sp>
        <p:nvSpPr>
          <p:cNvPr id="8" name="Shape 6"/>
          <p:cNvSpPr/>
          <p:nvPr/>
        </p:nvSpPr>
        <p:spPr>
          <a:xfrm>
            <a:off x="4462272" y="14630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462272" y="19476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tools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62272" y="22585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rotate, and scale with on-screen gizmo controls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18704" y="1234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8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147304" y="14630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147304" y="19476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recoloring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47304" y="22585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colors instantly from a curated palette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99232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8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22783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1246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control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exact X, Y, Z positions in the inspector panel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33672" y="2999232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8F8"/>
          </a:solidFill>
          <a:ln/>
        </p:spPr>
      </p:sp>
      <p:sp>
        <p:nvSpPr>
          <p:cNvPr id="20" name="Shape 18"/>
          <p:cNvSpPr/>
          <p:nvPr/>
        </p:nvSpPr>
        <p:spPr>
          <a:xfrm>
            <a:off x="4462272" y="32278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462272" y="371246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Orbit camera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62272" y="4023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Rotate, pan, and zoom freely around the scene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18704" y="2999232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8F8"/>
          </a:solidFill>
          <a:ln/>
        </p:spPr>
      </p:sp>
      <p:sp>
        <p:nvSpPr>
          <p:cNvPr id="24" name="Shape 22"/>
          <p:cNvSpPr/>
          <p:nvPr/>
        </p:nvSpPr>
        <p:spPr>
          <a:xfrm>
            <a:off x="8147304" y="322783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147304" y="371246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setup (web)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47304" y="4023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HTML file directly — no build step required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E3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edition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(r128) — 3D rendering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OrbitControls + TransformControls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 / CSS / JavaScript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E3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edition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3504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(mplot3d)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geometry math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2834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 framework required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 locally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0B1B3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3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edition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526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3d-design-studio.html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(double-click the file —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drag it into your browser)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897880" y="123444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0B1B3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72200" y="14173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3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edition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1828800"/>
            <a:ext cx="4526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matplotlib numpy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3d_design_app.py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 — no servers, no build tools, no API keys.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to GitHub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99032" y="11704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repository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16552" y="11704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GitHub, click New repository, name it (e.g. 3d-design-studio), and skip adding files yet.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019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9032" y="188366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Initialize locally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16552" y="188366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your project folder: git init, then add the two app files and a README.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151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9032" y="259689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your files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16552" y="259689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then git commit -m "Initial commit: 3D design studio"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284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99032" y="33101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and push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16552" y="33101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&lt;your-repo-url&gt;, then git push -u origin main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41648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416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99032" y="40233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on GitHub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16552" y="402336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 the repository page — your files and README should now be visible.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push: repo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92608" cy="292608"/>
          </a:xfrm>
          <a:prstGeom prst="rect">
            <a:avLst/>
          </a:prstGeom>
          <a:solidFill>
            <a:srgbClr val="F4F8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5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what the project is and how to run both editions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292608" cy="292608"/>
          </a:xfrm>
          <a:prstGeom prst="rect">
            <a:avLst/>
          </a:prstGeom>
          <a:solidFill>
            <a:srgbClr val="F4F8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0136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— lists matplotlib and numpy for the Python edition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292608" cy="292608"/>
          </a:xfrm>
          <a:prstGeom prst="rect">
            <a:avLst/>
          </a:prstGeom>
          <a:solidFill>
            <a:srgbClr val="F4F8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6829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— MIT is a safe default for personal projects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292608" cy="292608"/>
          </a:xfrm>
          <a:prstGeom prst="rect">
            <a:avLst/>
          </a:prstGeom>
          <a:solidFill>
            <a:srgbClr val="F4F8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93522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— excludes __pycache__/, .DS_Store, and editor folders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547872"/>
            <a:ext cx="292608" cy="292608"/>
          </a:xfrm>
          <a:prstGeom prst="rect">
            <a:avLst/>
          </a:prstGeom>
          <a:solidFill>
            <a:srgbClr val="F4F8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5021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3d-design-studio.html — the web edition, works standalone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292608" cy="292608"/>
          </a:xfrm>
          <a:prstGeom prst="rect">
            <a:avLst/>
          </a:prstGeom>
          <a:solidFill>
            <a:srgbClr val="F4F8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069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3d_design_app.py — the Python edition script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ship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working apps, a README, and a clear path to a public GitHub repo.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Design Studio</dc:title>
  <dc:subject>PptxGenJS Presentation</dc:subject>
  <dc:creator>3D Design Studio</dc:creator>
  <cp:lastModifiedBy>3D Design Studio</cp:lastModifiedBy>
  <cp:revision>1</cp:revision>
  <dcterms:created xsi:type="dcterms:W3CDTF">2026-06-30T06:33:29Z</dcterms:created>
  <dcterms:modified xsi:type="dcterms:W3CDTF">2026-06-30T06:33:29Z</dcterms:modified>
</cp:coreProperties>
</file>